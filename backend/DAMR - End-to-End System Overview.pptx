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(KES/m³)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0–6 m³</c:v>
                  </c:pt>
                  <c:pt idx="1">
                    <c:v>6–20 m³</c:v>
                  </c:pt>
                  <c:pt idx="2">
                    <c:v>20+ m³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130</c:v>
                </c:pt>
                <c:pt idx="2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I'm walking through DAMR end to end -- architecture, data model, every feature module, and where we stand on testing and the roadmap. Should take about 30 minutes with room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for the next half hour -- we'll go from the business problem, through architecture, the data model, the full meter-to-money flow, each feature module, and close with quality and what's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DAMR, meter reading and billing were manual and disconnected -- slow, error prone, no audit trail, and payment collection had no reconciliation. DAMR's vision is one platform that automates the whole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Standard, boring-on-purpose stack -- React/Redux on the frontend, Node/Express/MongoDB on the backend. The interesting integrations are Google Vision for OCR and Safaricom Daraja for M-Pesa, both of which we'll cover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three-tier setup. The API is the single source of truth and it's the only thing that talks to MongoDB or any external service -- the frontend never calls Safaricom or Google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backbone of the whole system. Facilities contain an optional Block/Court/Tower/Floor hierarchy down to a Unit, and a Unit is where a Resident, a Meter, and ultimately an Invoice all connect.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of one bill, start to finish -- a reading comes in, gets checked for anomalies, gets billed monthly, the resident is notified, they pay via M-Pesa, and the system reconciles it automatically. Every slide after this zooms into one of these six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Facilities aren't one-size-fits-all -- a single facility can mix Blocks, Courts and a Tower, each named by an AI assist with a deterministic fallback, and each can have its own tariff plan scoped down to a specific unit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staff capture readings by photo -- Google Vision OCR reads the digits -- or manually as a fallback. Every reading is also checked live for duplicates and anomalies the moment it's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math -- tiered consumption bands, sewerage percentage, a flat tech fee, a minimum charge floor, automatic arrears carry-forward, credits applied oldest first, and configurable late penalties.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trust layer I'm most proud of. Before, a flagged reading still got billed and the resident received a possibly-wrong invoice. Now, high-severity flags -- spikes, overnight leaks, critical outliers -- hold the invoice entirely until a human reviews it, and only then does the resident get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newest major piece of work -- DAMR now talks to Safaricom directly, no third-party payments service in between. Two paths: a push prompt for pay-now, and a pull-style Paybill top-up reconciled via Safaricom's own webhook.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Residents get a no-login link on every bill, plus a brand new resident-level statement link showing their entire payment history and running balance -- all delivered automatically over email, SMS and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roles, cleanly separated -- Admin sees everything, Facility Managers are scoped strictly to their own facility, Field Staff only touch meters and readings, and Residents only ever see their own bills.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DAMR waits on a person to remember to run it -- invoicing, reminders, anomaly scans and payment reconciliation are all on a schedule, with a manual run-now option for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milestone worth calling out -- DAMR used to depend on an external package for its core data models and a shared microservice for M-Pesa. Both are now owned natively, with zero data migration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this all actually works -- 64-plus automated tests across 11 suites, all passing, and every one of the six gaps identified against the original proposal has been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transparent about what's left -- the M-Pesa integration is fully built and tested, but the very last step, a live handshake against Safaricom's sandbox, is currently blocked by a network firewall on our dev machine, not a code issue. That's the main open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the full picture end to end. Happy to take questions, or dive deeper into any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1089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Automated Meter Reading &amp; Billing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meter to money — read, validate, bill, collect and reconcile, in one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118872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Overview  |  30-Minute Engineering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10896" cy="3108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207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DAMR exists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55064"/>
            <a:ext cx="310896" cy="31089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627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 stack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310896" cy="3108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0482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— how everything connects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496312"/>
            <a:ext cx="310896" cy="31089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flow, meter to money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310896" cy="3108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28895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— facilities, meters, billing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310896" cy="31089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93792" y="1207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 — anomaly-gated billing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655064"/>
            <a:ext cx="310896" cy="3108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93792" y="16276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— our own M-Pesa integration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075688"/>
            <a:ext cx="310896" cy="310896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93792" y="20482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Self-service, roles &amp; security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2496312"/>
            <a:ext cx="310896" cy="310896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93792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roadmap status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DAMR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water billing breaks down at 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4389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readings captured on paper or ad-hoc — slow, error-prone, no audit trail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readings only surface as angry resident disputes, after the bill is sent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is scattered across cash, bank, and Paybill with no reconciliation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and tampering go unnoticed until consumption is already extreme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19659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that captures, validates, bills, collects and reconciles — automatically.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0644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spreadsheets. No manual reconciliation. No surprise bills.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single-page app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for state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PrimeReact + Bootstrap UI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for dashboards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(SPA + public pages)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508760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5361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ODM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scheduled jobs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test suite (in-memory Mongo)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 (meter OCR)   •   Safaricom Daraja (M-Pesa)   •   Email / SMS / WhatsApp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SPA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REST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1851660"/>
            <a:ext cx="-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15000" y="1851660"/>
            <a:ext cx="-3429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the API talks to: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00200" y="2286000"/>
            <a:ext cx="0" cy="822960"/>
          </a:xfrm>
          <a:prstGeom prst="line">
            <a:avLst/>
          </a:prstGeom>
          <a:noFill/>
          <a:ln w="19050">
            <a:solidFill>
              <a:srgbClr val="D7E3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108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529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photo OCR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286000"/>
            <a:ext cx="0" cy="822960"/>
          </a:xfrm>
          <a:prstGeom prst="line">
            <a:avLst/>
          </a:prstGeom>
          <a:noFill/>
          <a:ln w="19050">
            <a:solidFill>
              <a:srgbClr val="D7E3E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429000" y="3108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 Daraja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529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Push + C2B (M-Pesa)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43800" y="2286000"/>
            <a:ext cx="0" cy="822960"/>
          </a:xfrm>
          <a:prstGeom prst="line">
            <a:avLst/>
          </a:prstGeom>
          <a:noFill/>
          <a:ln w="19050">
            <a:solidFill>
              <a:srgbClr val="D7E3E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0" y="3108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Providers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529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• SMS • WhatsApp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Everything Connects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62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31720" y="132588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362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1636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Block/Court/Tower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32588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362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362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132588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1362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0" y="1609344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1609344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60720" y="1609344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35240" y="1609344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resident's Unit is the hinge — it also anchors the billing chain below: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1892808"/>
            <a:ext cx="0" cy="1216152"/>
          </a:xfrm>
          <a:prstGeom prst="line">
            <a:avLst/>
          </a:prstGeom>
          <a:noFill/>
          <a:ln w="19050">
            <a:solidFill>
              <a:srgbClr val="D7E3E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22960" y="32918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328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971800" y="32918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71800" y="3328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71800" y="36027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manual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32918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3328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0640" y="36027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amount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69480" y="32918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69480" y="3328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269480" y="36027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/ cash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97480" y="3575304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46320" y="3575304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995160" y="3575304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TO MONEY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Reading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photo or manual entry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63240" y="208026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Scan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checked live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208026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Billing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charges calculated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+ Notify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/ WhatsApp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063240" y="381762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91840" y="3108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3291840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747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6908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Pays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Push or Paybill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97880" y="381762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126480" y="3108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0372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Auto-Reconcile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marked Paid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&amp; Hierarchy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27048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structure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77640" y="14173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→ Complex (Block/Court/Tower/Wing) → Floor → Unit — or skip straight to Unit for a flat facility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317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terminology, per facility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77640" y="23317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facility can mix a Block, a Court, and a Tower side by side — each keeps its own type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55848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naming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977640" y="32461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turns “northern &amp; southern wing” into named records; deterministic fallback when AI is off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605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tariff plans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77640" y="416052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can be set per facility, per block, or per unit category — most specific plan always wins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Meters, Readings &amp; OCR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a reading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photograph the meter — Google Vision OCR extracts the digits automatically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available as a fallback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duplicate submissions are flagged for review, never silently accepted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checked for statistical anomalies the moment it's saved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60720" y="132588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tracked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89320" y="19202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assignment history per unit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/ supplier meters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Non-Revenue Water (NRW) reporting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trend reports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Billing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consumption bands — rate increases the more a unit consumes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Sewerage charge (% of water) + fixed tech fee + minimum charge floor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arrears carry forward automatically onto the next bill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credits applied oldest-first before the balance is finalized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late-payment penalties (flat or percentage)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8404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tiered rate per m³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937760" y="1828800"/>
          <a:ext cx="36576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— THE 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Anomaly-Gated Billing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statistically checked before it becomes a bill — spikes, drops, zero-flow, overnight leaks, and critical outliers are all detected automatically.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FBEAEA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21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flagged reading still got billed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receives a possibly-wrong invoice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damaged before anyone reviews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E8F6F0"/>
          </a:solidFill>
          <a:ln w="12700">
            <a:solidFill>
              <a:srgbClr val="1C9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221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flags HOLD the invoice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is never notified while under review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flag auto-releases + sends the first bill notice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— Our Own M-Pesa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talks to Safaricom's Daraja API directly.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payments microservice sits in between.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20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 STK Push — “Pay Now”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or resident taps Pay Now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 prompts the phone directly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applies the payment instantly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polling — status pushed to the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920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 Paybill — Top Up Anytime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520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pays into their own Paybill account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Safaricom's confirmation webhook lands the receipt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Auto-reconciled against open invoices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payments recorded the same way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Self-Service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27048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No-login bill link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86200" y="14173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ships with a tokenized, no-password link — view and pay instantly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317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statement of account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86200" y="23317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resident-level link shows every bill, every payment, and the running balance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55848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delivery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86200" y="32461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notice goes out by Email, SMS, and WhatsApp — whichever the resident has on file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605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resident portal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886200" y="41605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who do log in see their readings and bill history directly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 across every facility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Manager (editor)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to their own facility only — enforced on every fetch, not just lists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Staff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 and readings only — no billing or payment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own bills only, via tokenized link or portal 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authentication, with a facility-mismatch guard applied consistently across every single-record endpoint — not just list views.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— Scheduled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Invoicing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of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every bill for the period, notify residents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 / Overdue Reminders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 before the due date, keep nagging after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Anomaly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missing readings, re-check pending 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Auto-Reconcile 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15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for any unclaimed M-Pesa or cash 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also has a manual “Run Now” trigger for staff testing and verification, without waiting on the clock.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ALONE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DAMR No Longer Depends on Any External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A3A5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models borrowed from an external package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handled by a shared third-party microservice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and roadmap tied to someone else's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C9B7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691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owns User, Facility, Unit and Resident models natively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Safaricom Daraja integration — STK Push and Paybill both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migration required — same collections, new ownership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Roadmap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 Suite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64+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across 11 suites — all passing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MongoDB — no shared test data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(M-Pesa, email/SMS) fully mocked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billing math, reconciliation, anomaly gating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8 Gap-Closure Roadmap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9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98348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gaps closed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83480" y="3063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Anomaly-gated billing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payment reconciliation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statement of account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Per-block tariff plans, AI validation status, block/floor hierarchy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27048"/>
            <a:ext cx="384048" cy="38404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live Safaricom handshake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3990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 Push and C2B work end-to-end in code and tests; the final live sandbox call is pending a network fix (a WAF block on the current dev network, not an app issue)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317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C2B per facility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23134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direct webhook delivery for each facility's Paybill once the sandbox check clears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55848"/>
            <a:ext cx="384048" cy="38404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 housekeeping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77640" y="32278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cleanup left over from the platform-independence migration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605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for new priorities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77640" y="414223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is stable — ready for the next roadmap set from the team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28600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DAMR — Digital Automated Meter Reading &amp; Billing 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429000"/>
            <a:ext cx="118872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DAMR — End-to-End System Overview</dc:title>
  <dc:subject>PptxGenJS Presentation</dc:subject>
  <dc:creator>DAMR Engineering</dc:creator>
  <cp:lastModifiedBy>DAMR Engineering</cp:lastModifiedBy>
  <cp:revision>1</cp:revision>
  <dcterms:created xsi:type="dcterms:W3CDTF">2026-07-06T06:26:27Z</dcterms:created>
  <dcterms:modified xsi:type="dcterms:W3CDTF">2026-07-06T06:26:27Z</dcterms:modified>
</cp:coreProperties>
</file>